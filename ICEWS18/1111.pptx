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876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Sheet1!$A$2:$A$241</c:f>
              <c:numCache>
                <c:formatCode>General</c:formatCode>
                <c:ptCount val="240"/>
                <c:pt idx="0">
                  <c:v>0</c:v>
                </c:pt>
                <c:pt idx="1">
                  <c:v>24</c:v>
                </c:pt>
                <c:pt idx="2">
                  <c:v>48</c:v>
                </c:pt>
                <c:pt idx="3">
                  <c:v>72</c:v>
                </c:pt>
                <c:pt idx="4">
                  <c:v>96</c:v>
                </c:pt>
                <c:pt idx="5">
                  <c:v>120</c:v>
                </c:pt>
                <c:pt idx="6">
                  <c:v>144</c:v>
                </c:pt>
                <c:pt idx="7">
                  <c:v>168</c:v>
                </c:pt>
                <c:pt idx="8">
                  <c:v>192</c:v>
                </c:pt>
                <c:pt idx="9">
                  <c:v>216</c:v>
                </c:pt>
                <c:pt idx="10">
                  <c:v>240</c:v>
                </c:pt>
                <c:pt idx="11">
                  <c:v>264</c:v>
                </c:pt>
                <c:pt idx="12">
                  <c:v>288</c:v>
                </c:pt>
                <c:pt idx="13">
                  <c:v>312</c:v>
                </c:pt>
                <c:pt idx="14">
                  <c:v>336</c:v>
                </c:pt>
                <c:pt idx="15">
                  <c:v>360</c:v>
                </c:pt>
                <c:pt idx="16">
                  <c:v>384</c:v>
                </c:pt>
                <c:pt idx="17">
                  <c:v>408</c:v>
                </c:pt>
                <c:pt idx="18">
                  <c:v>432</c:v>
                </c:pt>
                <c:pt idx="19">
                  <c:v>456</c:v>
                </c:pt>
                <c:pt idx="20">
                  <c:v>480</c:v>
                </c:pt>
                <c:pt idx="21">
                  <c:v>504</c:v>
                </c:pt>
                <c:pt idx="22">
                  <c:v>528</c:v>
                </c:pt>
                <c:pt idx="23">
                  <c:v>552</c:v>
                </c:pt>
                <c:pt idx="24">
                  <c:v>576</c:v>
                </c:pt>
                <c:pt idx="25">
                  <c:v>600</c:v>
                </c:pt>
                <c:pt idx="26">
                  <c:v>624</c:v>
                </c:pt>
                <c:pt idx="27">
                  <c:v>648</c:v>
                </c:pt>
                <c:pt idx="28">
                  <c:v>672</c:v>
                </c:pt>
                <c:pt idx="29">
                  <c:v>696</c:v>
                </c:pt>
                <c:pt idx="30">
                  <c:v>720</c:v>
                </c:pt>
                <c:pt idx="31">
                  <c:v>744</c:v>
                </c:pt>
                <c:pt idx="32">
                  <c:v>768</c:v>
                </c:pt>
                <c:pt idx="33">
                  <c:v>792</c:v>
                </c:pt>
                <c:pt idx="34">
                  <c:v>816</c:v>
                </c:pt>
                <c:pt idx="35">
                  <c:v>840</c:v>
                </c:pt>
                <c:pt idx="36">
                  <c:v>864</c:v>
                </c:pt>
                <c:pt idx="37">
                  <c:v>888</c:v>
                </c:pt>
                <c:pt idx="38">
                  <c:v>912</c:v>
                </c:pt>
                <c:pt idx="39">
                  <c:v>936</c:v>
                </c:pt>
                <c:pt idx="40">
                  <c:v>960</c:v>
                </c:pt>
                <c:pt idx="41">
                  <c:v>984</c:v>
                </c:pt>
                <c:pt idx="42">
                  <c:v>1008</c:v>
                </c:pt>
                <c:pt idx="43">
                  <c:v>1032</c:v>
                </c:pt>
                <c:pt idx="44">
                  <c:v>1056</c:v>
                </c:pt>
                <c:pt idx="45">
                  <c:v>1080</c:v>
                </c:pt>
                <c:pt idx="46">
                  <c:v>1104</c:v>
                </c:pt>
                <c:pt idx="47">
                  <c:v>1128</c:v>
                </c:pt>
                <c:pt idx="48">
                  <c:v>1152</c:v>
                </c:pt>
                <c:pt idx="49">
                  <c:v>1176</c:v>
                </c:pt>
                <c:pt idx="50">
                  <c:v>1200</c:v>
                </c:pt>
                <c:pt idx="51">
                  <c:v>1224</c:v>
                </c:pt>
                <c:pt idx="52">
                  <c:v>1248</c:v>
                </c:pt>
                <c:pt idx="53">
                  <c:v>1272</c:v>
                </c:pt>
                <c:pt idx="54">
                  <c:v>1296</c:v>
                </c:pt>
                <c:pt idx="55">
                  <c:v>1320</c:v>
                </c:pt>
                <c:pt idx="56">
                  <c:v>1344</c:v>
                </c:pt>
                <c:pt idx="57">
                  <c:v>1368</c:v>
                </c:pt>
                <c:pt idx="58">
                  <c:v>1392</c:v>
                </c:pt>
                <c:pt idx="59">
                  <c:v>1416</c:v>
                </c:pt>
                <c:pt idx="60">
                  <c:v>1440</c:v>
                </c:pt>
                <c:pt idx="61">
                  <c:v>1464</c:v>
                </c:pt>
                <c:pt idx="62">
                  <c:v>1488</c:v>
                </c:pt>
                <c:pt idx="63">
                  <c:v>1512</c:v>
                </c:pt>
                <c:pt idx="64">
                  <c:v>1536</c:v>
                </c:pt>
                <c:pt idx="65">
                  <c:v>1560</c:v>
                </c:pt>
                <c:pt idx="66">
                  <c:v>1584</c:v>
                </c:pt>
                <c:pt idx="67">
                  <c:v>1608</c:v>
                </c:pt>
                <c:pt idx="68">
                  <c:v>1632</c:v>
                </c:pt>
                <c:pt idx="69">
                  <c:v>1656</c:v>
                </c:pt>
                <c:pt idx="70">
                  <c:v>1680</c:v>
                </c:pt>
                <c:pt idx="71">
                  <c:v>1704</c:v>
                </c:pt>
                <c:pt idx="72">
                  <c:v>1728</c:v>
                </c:pt>
                <c:pt idx="73">
                  <c:v>1752</c:v>
                </c:pt>
                <c:pt idx="74">
                  <c:v>1776</c:v>
                </c:pt>
                <c:pt idx="75">
                  <c:v>1800</c:v>
                </c:pt>
                <c:pt idx="76">
                  <c:v>1824</c:v>
                </c:pt>
                <c:pt idx="77">
                  <c:v>1848</c:v>
                </c:pt>
                <c:pt idx="78">
                  <c:v>1872</c:v>
                </c:pt>
                <c:pt idx="79">
                  <c:v>1896</c:v>
                </c:pt>
                <c:pt idx="80">
                  <c:v>1920</c:v>
                </c:pt>
                <c:pt idx="81">
                  <c:v>1944</c:v>
                </c:pt>
                <c:pt idx="82">
                  <c:v>1968</c:v>
                </c:pt>
                <c:pt idx="83">
                  <c:v>1992</c:v>
                </c:pt>
                <c:pt idx="84">
                  <c:v>2016</c:v>
                </c:pt>
                <c:pt idx="85">
                  <c:v>2040</c:v>
                </c:pt>
                <c:pt idx="86">
                  <c:v>2064</c:v>
                </c:pt>
                <c:pt idx="87">
                  <c:v>2088</c:v>
                </c:pt>
                <c:pt idx="88">
                  <c:v>2112</c:v>
                </c:pt>
                <c:pt idx="89">
                  <c:v>2136</c:v>
                </c:pt>
                <c:pt idx="90">
                  <c:v>2160</c:v>
                </c:pt>
                <c:pt idx="91">
                  <c:v>2184</c:v>
                </c:pt>
                <c:pt idx="92">
                  <c:v>2208</c:v>
                </c:pt>
                <c:pt idx="93">
                  <c:v>2232</c:v>
                </c:pt>
                <c:pt idx="94">
                  <c:v>2256</c:v>
                </c:pt>
                <c:pt idx="95">
                  <c:v>2280</c:v>
                </c:pt>
                <c:pt idx="96">
                  <c:v>2304</c:v>
                </c:pt>
                <c:pt idx="97">
                  <c:v>2328</c:v>
                </c:pt>
                <c:pt idx="98">
                  <c:v>2352</c:v>
                </c:pt>
                <c:pt idx="99">
                  <c:v>2376</c:v>
                </c:pt>
                <c:pt idx="100">
                  <c:v>2400</c:v>
                </c:pt>
                <c:pt idx="101">
                  <c:v>2424</c:v>
                </c:pt>
                <c:pt idx="102">
                  <c:v>2448</c:v>
                </c:pt>
                <c:pt idx="103">
                  <c:v>2472</c:v>
                </c:pt>
                <c:pt idx="104">
                  <c:v>2496</c:v>
                </c:pt>
                <c:pt idx="105">
                  <c:v>2520</c:v>
                </c:pt>
                <c:pt idx="106">
                  <c:v>2544</c:v>
                </c:pt>
                <c:pt idx="107">
                  <c:v>2568</c:v>
                </c:pt>
                <c:pt idx="108">
                  <c:v>2592</c:v>
                </c:pt>
                <c:pt idx="109">
                  <c:v>2616</c:v>
                </c:pt>
                <c:pt idx="110">
                  <c:v>2640</c:v>
                </c:pt>
                <c:pt idx="111">
                  <c:v>2664</c:v>
                </c:pt>
                <c:pt idx="112">
                  <c:v>2688</c:v>
                </c:pt>
                <c:pt idx="113">
                  <c:v>2712</c:v>
                </c:pt>
                <c:pt idx="114">
                  <c:v>2736</c:v>
                </c:pt>
                <c:pt idx="115">
                  <c:v>2760</c:v>
                </c:pt>
                <c:pt idx="116">
                  <c:v>2784</c:v>
                </c:pt>
                <c:pt idx="117">
                  <c:v>2808</c:v>
                </c:pt>
                <c:pt idx="118">
                  <c:v>2832</c:v>
                </c:pt>
                <c:pt idx="119">
                  <c:v>2856</c:v>
                </c:pt>
                <c:pt idx="120">
                  <c:v>2880</c:v>
                </c:pt>
                <c:pt idx="121">
                  <c:v>2904</c:v>
                </c:pt>
                <c:pt idx="122">
                  <c:v>2928</c:v>
                </c:pt>
                <c:pt idx="123">
                  <c:v>2952</c:v>
                </c:pt>
                <c:pt idx="124">
                  <c:v>2976</c:v>
                </c:pt>
                <c:pt idx="125">
                  <c:v>3000</c:v>
                </c:pt>
                <c:pt idx="126">
                  <c:v>3024</c:v>
                </c:pt>
                <c:pt idx="127">
                  <c:v>3048</c:v>
                </c:pt>
                <c:pt idx="128">
                  <c:v>3072</c:v>
                </c:pt>
                <c:pt idx="129">
                  <c:v>3096</c:v>
                </c:pt>
                <c:pt idx="130">
                  <c:v>3120</c:v>
                </c:pt>
                <c:pt idx="131">
                  <c:v>3144</c:v>
                </c:pt>
                <c:pt idx="132">
                  <c:v>3168</c:v>
                </c:pt>
                <c:pt idx="133">
                  <c:v>3192</c:v>
                </c:pt>
                <c:pt idx="134">
                  <c:v>3216</c:v>
                </c:pt>
                <c:pt idx="135">
                  <c:v>3240</c:v>
                </c:pt>
                <c:pt idx="136">
                  <c:v>3264</c:v>
                </c:pt>
                <c:pt idx="137">
                  <c:v>3288</c:v>
                </c:pt>
                <c:pt idx="138">
                  <c:v>3312</c:v>
                </c:pt>
                <c:pt idx="139">
                  <c:v>3336</c:v>
                </c:pt>
                <c:pt idx="140">
                  <c:v>3360</c:v>
                </c:pt>
                <c:pt idx="141">
                  <c:v>3384</c:v>
                </c:pt>
                <c:pt idx="142">
                  <c:v>3408</c:v>
                </c:pt>
                <c:pt idx="143">
                  <c:v>3432</c:v>
                </c:pt>
                <c:pt idx="144">
                  <c:v>3456</c:v>
                </c:pt>
                <c:pt idx="145">
                  <c:v>3480</c:v>
                </c:pt>
                <c:pt idx="146">
                  <c:v>3504</c:v>
                </c:pt>
                <c:pt idx="147">
                  <c:v>3528</c:v>
                </c:pt>
                <c:pt idx="148">
                  <c:v>3552</c:v>
                </c:pt>
                <c:pt idx="149">
                  <c:v>3576</c:v>
                </c:pt>
                <c:pt idx="150">
                  <c:v>3600</c:v>
                </c:pt>
                <c:pt idx="151">
                  <c:v>3624</c:v>
                </c:pt>
                <c:pt idx="152">
                  <c:v>3648</c:v>
                </c:pt>
                <c:pt idx="153">
                  <c:v>3672</c:v>
                </c:pt>
                <c:pt idx="154">
                  <c:v>3696</c:v>
                </c:pt>
                <c:pt idx="155">
                  <c:v>3720</c:v>
                </c:pt>
                <c:pt idx="156">
                  <c:v>3744</c:v>
                </c:pt>
                <c:pt idx="157">
                  <c:v>3768</c:v>
                </c:pt>
                <c:pt idx="158">
                  <c:v>3792</c:v>
                </c:pt>
                <c:pt idx="159">
                  <c:v>3816</c:v>
                </c:pt>
                <c:pt idx="160">
                  <c:v>3840</c:v>
                </c:pt>
                <c:pt idx="161">
                  <c:v>3864</c:v>
                </c:pt>
                <c:pt idx="162">
                  <c:v>3888</c:v>
                </c:pt>
                <c:pt idx="163">
                  <c:v>3912</c:v>
                </c:pt>
                <c:pt idx="164">
                  <c:v>3936</c:v>
                </c:pt>
                <c:pt idx="165">
                  <c:v>3960</c:v>
                </c:pt>
                <c:pt idx="166">
                  <c:v>3984</c:v>
                </c:pt>
                <c:pt idx="167">
                  <c:v>4008</c:v>
                </c:pt>
                <c:pt idx="168">
                  <c:v>4032</c:v>
                </c:pt>
                <c:pt idx="169">
                  <c:v>4056</c:v>
                </c:pt>
                <c:pt idx="170">
                  <c:v>4080</c:v>
                </c:pt>
                <c:pt idx="171">
                  <c:v>4104</c:v>
                </c:pt>
                <c:pt idx="172">
                  <c:v>4128</c:v>
                </c:pt>
                <c:pt idx="173">
                  <c:v>4152</c:v>
                </c:pt>
                <c:pt idx="174">
                  <c:v>4176</c:v>
                </c:pt>
                <c:pt idx="175">
                  <c:v>4200</c:v>
                </c:pt>
                <c:pt idx="176">
                  <c:v>4224</c:v>
                </c:pt>
                <c:pt idx="177">
                  <c:v>4248</c:v>
                </c:pt>
                <c:pt idx="178">
                  <c:v>4272</c:v>
                </c:pt>
                <c:pt idx="179">
                  <c:v>4296</c:v>
                </c:pt>
                <c:pt idx="180">
                  <c:v>4320</c:v>
                </c:pt>
                <c:pt idx="181">
                  <c:v>4344</c:v>
                </c:pt>
                <c:pt idx="182">
                  <c:v>4368</c:v>
                </c:pt>
                <c:pt idx="183">
                  <c:v>4392</c:v>
                </c:pt>
                <c:pt idx="184">
                  <c:v>4416</c:v>
                </c:pt>
                <c:pt idx="185">
                  <c:v>4440</c:v>
                </c:pt>
                <c:pt idx="186">
                  <c:v>4464</c:v>
                </c:pt>
                <c:pt idx="187">
                  <c:v>4488</c:v>
                </c:pt>
                <c:pt idx="188">
                  <c:v>4512</c:v>
                </c:pt>
                <c:pt idx="189">
                  <c:v>4536</c:v>
                </c:pt>
                <c:pt idx="190">
                  <c:v>4560</c:v>
                </c:pt>
                <c:pt idx="191">
                  <c:v>4584</c:v>
                </c:pt>
                <c:pt idx="192">
                  <c:v>4608</c:v>
                </c:pt>
                <c:pt idx="193">
                  <c:v>4632</c:v>
                </c:pt>
                <c:pt idx="194">
                  <c:v>4656</c:v>
                </c:pt>
                <c:pt idx="195">
                  <c:v>4680</c:v>
                </c:pt>
                <c:pt idx="196">
                  <c:v>4704</c:v>
                </c:pt>
                <c:pt idx="197">
                  <c:v>4728</c:v>
                </c:pt>
                <c:pt idx="198">
                  <c:v>4752</c:v>
                </c:pt>
                <c:pt idx="199">
                  <c:v>4776</c:v>
                </c:pt>
                <c:pt idx="200">
                  <c:v>4800</c:v>
                </c:pt>
                <c:pt idx="201">
                  <c:v>4824</c:v>
                </c:pt>
                <c:pt idx="202">
                  <c:v>4848</c:v>
                </c:pt>
                <c:pt idx="203">
                  <c:v>4872</c:v>
                </c:pt>
                <c:pt idx="204">
                  <c:v>4896</c:v>
                </c:pt>
                <c:pt idx="205">
                  <c:v>4920</c:v>
                </c:pt>
                <c:pt idx="206">
                  <c:v>4944</c:v>
                </c:pt>
                <c:pt idx="207">
                  <c:v>4968</c:v>
                </c:pt>
                <c:pt idx="208">
                  <c:v>4992</c:v>
                </c:pt>
                <c:pt idx="209">
                  <c:v>5016</c:v>
                </c:pt>
                <c:pt idx="210">
                  <c:v>5040</c:v>
                </c:pt>
                <c:pt idx="211">
                  <c:v>5064</c:v>
                </c:pt>
                <c:pt idx="212">
                  <c:v>5088</c:v>
                </c:pt>
                <c:pt idx="213">
                  <c:v>5112</c:v>
                </c:pt>
                <c:pt idx="214">
                  <c:v>5136</c:v>
                </c:pt>
                <c:pt idx="215">
                  <c:v>5160</c:v>
                </c:pt>
                <c:pt idx="216">
                  <c:v>5184</c:v>
                </c:pt>
                <c:pt idx="217">
                  <c:v>5208</c:v>
                </c:pt>
                <c:pt idx="218">
                  <c:v>5232</c:v>
                </c:pt>
                <c:pt idx="219">
                  <c:v>5256</c:v>
                </c:pt>
                <c:pt idx="220">
                  <c:v>5280</c:v>
                </c:pt>
                <c:pt idx="221">
                  <c:v>5304</c:v>
                </c:pt>
                <c:pt idx="222">
                  <c:v>5328</c:v>
                </c:pt>
                <c:pt idx="223">
                  <c:v>5352</c:v>
                </c:pt>
                <c:pt idx="224">
                  <c:v>5376</c:v>
                </c:pt>
                <c:pt idx="225">
                  <c:v>5400</c:v>
                </c:pt>
                <c:pt idx="226">
                  <c:v>5424</c:v>
                </c:pt>
                <c:pt idx="227">
                  <c:v>5448</c:v>
                </c:pt>
                <c:pt idx="228">
                  <c:v>5472</c:v>
                </c:pt>
                <c:pt idx="229">
                  <c:v>5496</c:v>
                </c:pt>
                <c:pt idx="230">
                  <c:v>5520</c:v>
                </c:pt>
                <c:pt idx="231">
                  <c:v>5544</c:v>
                </c:pt>
                <c:pt idx="232">
                  <c:v>5568</c:v>
                </c:pt>
                <c:pt idx="233">
                  <c:v>5592</c:v>
                </c:pt>
                <c:pt idx="234">
                  <c:v>5616</c:v>
                </c:pt>
                <c:pt idx="235">
                  <c:v>5640</c:v>
                </c:pt>
                <c:pt idx="236">
                  <c:v>5664</c:v>
                </c:pt>
                <c:pt idx="237">
                  <c:v>5688</c:v>
                </c:pt>
                <c:pt idx="238">
                  <c:v>5712</c:v>
                </c:pt>
                <c:pt idx="239">
                  <c:v>5736</c:v>
                </c:pt>
              </c:numCache>
            </c:numRef>
          </c:cat>
          <c:val>
            <c:numRef>
              <c:f>Sheet1!$B$2:$B$241</c:f>
              <c:numCache>
                <c:formatCode>General</c:formatCode>
                <c:ptCount val="240"/>
                <c:pt idx="0">
                  <c:v>665</c:v>
                </c:pt>
                <c:pt idx="1">
                  <c:v>1123</c:v>
                </c:pt>
                <c:pt idx="2">
                  <c:v>1320</c:v>
                </c:pt>
                <c:pt idx="3">
                  <c:v>1398</c:v>
                </c:pt>
                <c:pt idx="4">
                  <c:v>1216</c:v>
                </c:pt>
                <c:pt idx="5">
                  <c:v>853</c:v>
                </c:pt>
                <c:pt idx="6">
                  <c:v>745</c:v>
                </c:pt>
                <c:pt idx="7">
                  <c:v>1308</c:v>
                </c:pt>
                <c:pt idx="8">
                  <c:v>1831</c:v>
                </c:pt>
                <c:pt idx="9">
                  <c:v>1895</c:v>
                </c:pt>
                <c:pt idx="10">
                  <c:v>1922</c:v>
                </c:pt>
                <c:pt idx="11">
                  <c:v>1800</c:v>
                </c:pt>
                <c:pt idx="12">
                  <c:v>947</c:v>
                </c:pt>
                <c:pt idx="13">
                  <c:v>866</c:v>
                </c:pt>
                <c:pt idx="14">
                  <c:v>1796</c:v>
                </c:pt>
                <c:pt idx="15">
                  <c:v>1953</c:v>
                </c:pt>
                <c:pt idx="16">
                  <c:v>2134</c:v>
                </c:pt>
                <c:pt idx="17">
                  <c:v>1791</c:v>
                </c:pt>
                <c:pt idx="18">
                  <c:v>1703</c:v>
                </c:pt>
                <c:pt idx="19">
                  <c:v>971</c:v>
                </c:pt>
                <c:pt idx="20">
                  <c:v>1126</c:v>
                </c:pt>
                <c:pt idx="21">
                  <c:v>1989</c:v>
                </c:pt>
                <c:pt idx="22">
                  <c:v>1775</c:v>
                </c:pt>
                <c:pt idx="23">
                  <c:v>2145</c:v>
                </c:pt>
                <c:pt idx="24">
                  <c:v>1987</c:v>
                </c:pt>
                <c:pt idx="25">
                  <c:v>1634</c:v>
                </c:pt>
                <c:pt idx="26">
                  <c:v>1104</c:v>
                </c:pt>
                <c:pt idx="27">
                  <c:v>1035</c:v>
                </c:pt>
                <c:pt idx="28">
                  <c:v>1905</c:v>
                </c:pt>
                <c:pt idx="29">
                  <c:v>1795</c:v>
                </c:pt>
                <c:pt idx="30">
                  <c:v>1830</c:v>
                </c:pt>
                <c:pt idx="31">
                  <c:v>1574</c:v>
                </c:pt>
                <c:pt idx="32">
                  <c:v>1839</c:v>
                </c:pt>
                <c:pt idx="33">
                  <c:v>874</c:v>
                </c:pt>
                <c:pt idx="34">
                  <c:v>1088</c:v>
                </c:pt>
                <c:pt idx="35">
                  <c:v>1928</c:v>
                </c:pt>
                <c:pt idx="36">
                  <c:v>1984</c:v>
                </c:pt>
                <c:pt idx="37">
                  <c:v>1985</c:v>
                </c:pt>
                <c:pt idx="38">
                  <c:v>1924</c:v>
                </c:pt>
                <c:pt idx="39">
                  <c:v>1786</c:v>
                </c:pt>
                <c:pt idx="40">
                  <c:v>1220</c:v>
                </c:pt>
                <c:pt idx="41">
                  <c:v>999</c:v>
                </c:pt>
                <c:pt idx="42">
                  <c:v>1934</c:v>
                </c:pt>
                <c:pt idx="43">
                  <c:v>1981</c:v>
                </c:pt>
                <c:pt idx="44">
                  <c:v>1912</c:v>
                </c:pt>
                <c:pt idx="45">
                  <c:v>1927</c:v>
                </c:pt>
                <c:pt idx="46">
                  <c:v>1480</c:v>
                </c:pt>
                <c:pt idx="47">
                  <c:v>1292</c:v>
                </c:pt>
                <c:pt idx="48">
                  <c:v>1026</c:v>
                </c:pt>
                <c:pt idx="49">
                  <c:v>1861</c:v>
                </c:pt>
                <c:pt idx="50">
                  <c:v>1714</c:v>
                </c:pt>
                <c:pt idx="51">
                  <c:v>2005</c:v>
                </c:pt>
                <c:pt idx="52">
                  <c:v>1867</c:v>
                </c:pt>
                <c:pt idx="53">
                  <c:v>1010</c:v>
                </c:pt>
                <c:pt idx="54">
                  <c:v>938</c:v>
                </c:pt>
                <c:pt idx="55">
                  <c:v>1855</c:v>
                </c:pt>
                <c:pt idx="56">
                  <c:v>1907</c:v>
                </c:pt>
                <c:pt idx="57">
                  <c:v>1814</c:v>
                </c:pt>
                <c:pt idx="58">
                  <c:v>1806</c:v>
                </c:pt>
                <c:pt idx="59">
                  <c:v>1677</c:v>
                </c:pt>
                <c:pt idx="60">
                  <c:v>1007</c:v>
                </c:pt>
                <c:pt idx="61">
                  <c:v>975</c:v>
                </c:pt>
                <c:pt idx="62">
                  <c:v>2093</c:v>
                </c:pt>
                <c:pt idx="63">
                  <c:v>2094</c:v>
                </c:pt>
                <c:pt idx="64">
                  <c:v>2181</c:v>
                </c:pt>
                <c:pt idx="65">
                  <c:v>2049</c:v>
                </c:pt>
                <c:pt idx="66">
                  <c:v>1958</c:v>
                </c:pt>
                <c:pt idx="67">
                  <c:v>986</c:v>
                </c:pt>
                <c:pt idx="68">
                  <c:v>903</c:v>
                </c:pt>
                <c:pt idx="69">
                  <c:v>2013</c:v>
                </c:pt>
                <c:pt idx="70">
                  <c:v>2159</c:v>
                </c:pt>
                <c:pt idx="71">
                  <c:v>2066</c:v>
                </c:pt>
                <c:pt idx="72">
                  <c:v>2139</c:v>
                </c:pt>
                <c:pt idx="73">
                  <c:v>2118</c:v>
                </c:pt>
                <c:pt idx="74">
                  <c:v>1143</c:v>
                </c:pt>
                <c:pt idx="75">
                  <c:v>1151</c:v>
                </c:pt>
                <c:pt idx="76">
                  <c:v>2097</c:v>
                </c:pt>
                <c:pt idx="77">
                  <c:v>2168</c:v>
                </c:pt>
                <c:pt idx="78">
                  <c:v>1914</c:v>
                </c:pt>
                <c:pt idx="79">
                  <c:v>1998</c:v>
                </c:pt>
                <c:pt idx="80">
                  <c:v>1952</c:v>
                </c:pt>
                <c:pt idx="81">
                  <c:v>1001</c:v>
                </c:pt>
                <c:pt idx="82">
                  <c:v>966</c:v>
                </c:pt>
                <c:pt idx="83">
                  <c:v>1584</c:v>
                </c:pt>
                <c:pt idx="84">
                  <c:v>2165</c:v>
                </c:pt>
                <c:pt idx="85">
                  <c:v>2131</c:v>
                </c:pt>
                <c:pt idx="86">
                  <c:v>2004</c:v>
                </c:pt>
                <c:pt idx="87">
                  <c:v>1725</c:v>
                </c:pt>
                <c:pt idx="88">
                  <c:v>974</c:v>
                </c:pt>
                <c:pt idx="89">
                  <c:v>851</c:v>
                </c:pt>
                <c:pt idx="90">
                  <c:v>1442</c:v>
                </c:pt>
                <c:pt idx="91">
                  <c:v>1888</c:v>
                </c:pt>
                <c:pt idx="92">
                  <c:v>2078</c:v>
                </c:pt>
                <c:pt idx="93">
                  <c:v>1917</c:v>
                </c:pt>
                <c:pt idx="94">
                  <c:v>1866</c:v>
                </c:pt>
                <c:pt idx="95">
                  <c:v>1193</c:v>
                </c:pt>
                <c:pt idx="96">
                  <c:v>1134</c:v>
                </c:pt>
                <c:pt idx="97">
                  <c:v>2218</c:v>
                </c:pt>
                <c:pt idx="98">
                  <c:v>2320</c:v>
                </c:pt>
                <c:pt idx="99">
                  <c:v>2071</c:v>
                </c:pt>
                <c:pt idx="100">
                  <c:v>1516</c:v>
                </c:pt>
                <c:pt idx="101">
                  <c:v>1105</c:v>
                </c:pt>
                <c:pt idx="102">
                  <c:v>1893</c:v>
                </c:pt>
                <c:pt idx="103">
                  <c:v>2108</c:v>
                </c:pt>
                <c:pt idx="104">
                  <c:v>2362</c:v>
                </c:pt>
                <c:pt idx="105">
                  <c:v>2038</c:v>
                </c:pt>
                <c:pt idx="106">
                  <c:v>1978</c:v>
                </c:pt>
                <c:pt idx="107">
                  <c:v>1312</c:v>
                </c:pt>
                <c:pt idx="108">
                  <c:v>1226</c:v>
                </c:pt>
                <c:pt idx="109">
                  <c:v>2089</c:v>
                </c:pt>
                <c:pt idx="110">
                  <c:v>2184</c:v>
                </c:pt>
                <c:pt idx="111">
                  <c:v>2073</c:v>
                </c:pt>
                <c:pt idx="112">
                  <c:v>2095</c:v>
                </c:pt>
                <c:pt idx="113">
                  <c:v>1215</c:v>
                </c:pt>
                <c:pt idx="114">
                  <c:v>1181</c:v>
                </c:pt>
                <c:pt idx="115">
                  <c:v>1616</c:v>
                </c:pt>
                <c:pt idx="116">
                  <c:v>1483</c:v>
                </c:pt>
                <c:pt idx="117">
                  <c:v>1669</c:v>
                </c:pt>
                <c:pt idx="118">
                  <c:v>1701</c:v>
                </c:pt>
                <c:pt idx="119">
                  <c:v>1599</c:v>
                </c:pt>
                <c:pt idx="120">
                  <c:v>943</c:v>
                </c:pt>
                <c:pt idx="121">
                  <c:v>893</c:v>
                </c:pt>
                <c:pt idx="122">
                  <c:v>1352</c:v>
                </c:pt>
                <c:pt idx="123">
                  <c:v>2022</c:v>
                </c:pt>
                <c:pt idx="124">
                  <c:v>2056</c:v>
                </c:pt>
                <c:pt idx="125">
                  <c:v>1801</c:v>
                </c:pt>
                <c:pt idx="126">
                  <c:v>1805</c:v>
                </c:pt>
                <c:pt idx="127">
                  <c:v>892</c:v>
                </c:pt>
                <c:pt idx="128">
                  <c:v>1064</c:v>
                </c:pt>
                <c:pt idx="129">
                  <c:v>1768</c:v>
                </c:pt>
                <c:pt idx="130">
                  <c:v>2371</c:v>
                </c:pt>
                <c:pt idx="131">
                  <c:v>1668</c:v>
                </c:pt>
                <c:pt idx="132">
                  <c:v>979</c:v>
                </c:pt>
                <c:pt idx="133">
                  <c:v>1665</c:v>
                </c:pt>
                <c:pt idx="134">
                  <c:v>1590</c:v>
                </c:pt>
                <c:pt idx="135">
                  <c:v>1849</c:v>
                </c:pt>
                <c:pt idx="136">
                  <c:v>2258</c:v>
                </c:pt>
                <c:pt idx="137">
                  <c:v>1602</c:v>
                </c:pt>
                <c:pt idx="138">
                  <c:v>982</c:v>
                </c:pt>
                <c:pt idx="139">
                  <c:v>865</c:v>
                </c:pt>
                <c:pt idx="140">
                  <c:v>1573</c:v>
                </c:pt>
                <c:pt idx="141">
                  <c:v>1726</c:v>
                </c:pt>
                <c:pt idx="142">
                  <c:v>1804</c:v>
                </c:pt>
                <c:pt idx="143">
                  <c:v>1754</c:v>
                </c:pt>
                <c:pt idx="144">
                  <c:v>980</c:v>
                </c:pt>
                <c:pt idx="145">
                  <c:v>954</c:v>
                </c:pt>
                <c:pt idx="146">
                  <c:v>1755</c:v>
                </c:pt>
                <c:pt idx="147">
                  <c:v>1763</c:v>
                </c:pt>
                <c:pt idx="148">
                  <c:v>1706</c:v>
                </c:pt>
                <c:pt idx="149">
                  <c:v>1724</c:v>
                </c:pt>
                <c:pt idx="150">
                  <c:v>1132</c:v>
                </c:pt>
                <c:pt idx="151">
                  <c:v>1071</c:v>
                </c:pt>
                <c:pt idx="152">
                  <c:v>1641</c:v>
                </c:pt>
                <c:pt idx="153">
                  <c:v>1797</c:v>
                </c:pt>
                <c:pt idx="154">
                  <c:v>1799</c:v>
                </c:pt>
                <c:pt idx="155">
                  <c:v>1767</c:v>
                </c:pt>
                <c:pt idx="156">
                  <c:v>1418</c:v>
                </c:pt>
                <c:pt idx="157">
                  <c:v>845</c:v>
                </c:pt>
                <c:pt idx="158">
                  <c:v>847</c:v>
                </c:pt>
                <c:pt idx="159">
                  <c:v>1638</c:v>
                </c:pt>
                <c:pt idx="160">
                  <c:v>1858</c:v>
                </c:pt>
                <c:pt idx="161">
                  <c:v>1448</c:v>
                </c:pt>
                <c:pt idx="162">
                  <c:v>803</c:v>
                </c:pt>
                <c:pt idx="163">
                  <c:v>889</c:v>
                </c:pt>
                <c:pt idx="164">
                  <c:v>1235</c:v>
                </c:pt>
                <c:pt idx="165">
                  <c:v>1681</c:v>
                </c:pt>
                <c:pt idx="166">
                  <c:v>1891</c:v>
                </c:pt>
                <c:pt idx="167">
                  <c:v>1735</c:v>
                </c:pt>
                <c:pt idx="168">
                  <c:v>942</c:v>
                </c:pt>
                <c:pt idx="169">
                  <c:v>779</c:v>
                </c:pt>
                <c:pt idx="170">
                  <c:v>1479</c:v>
                </c:pt>
                <c:pt idx="171">
                  <c:v>1733</c:v>
                </c:pt>
                <c:pt idx="172">
                  <c:v>2034</c:v>
                </c:pt>
                <c:pt idx="173">
                  <c:v>1739</c:v>
                </c:pt>
                <c:pt idx="174">
                  <c:v>961</c:v>
                </c:pt>
                <c:pt idx="175">
                  <c:v>1032</c:v>
                </c:pt>
                <c:pt idx="176">
                  <c:v>1626</c:v>
                </c:pt>
                <c:pt idx="177">
                  <c:v>1813</c:v>
                </c:pt>
                <c:pt idx="178">
                  <c:v>1702</c:v>
                </c:pt>
                <c:pt idx="179">
                  <c:v>925</c:v>
                </c:pt>
                <c:pt idx="180">
                  <c:v>950</c:v>
                </c:pt>
                <c:pt idx="181">
                  <c:v>1624</c:v>
                </c:pt>
                <c:pt idx="182">
                  <c:v>1640</c:v>
                </c:pt>
                <c:pt idx="183">
                  <c:v>1828</c:v>
                </c:pt>
                <c:pt idx="184">
                  <c:v>1628</c:v>
                </c:pt>
                <c:pt idx="185">
                  <c:v>882</c:v>
                </c:pt>
                <c:pt idx="186">
                  <c:v>1848</c:v>
                </c:pt>
                <c:pt idx="187">
                  <c:v>1687</c:v>
                </c:pt>
                <c:pt idx="188">
                  <c:v>1772</c:v>
                </c:pt>
                <c:pt idx="189">
                  <c:v>1514</c:v>
                </c:pt>
                <c:pt idx="190">
                  <c:v>799</c:v>
                </c:pt>
                <c:pt idx="191">
                  <c:v>1433</c:v>
                </c:pt>
                <c:pt idx="192">
                  <c:v>1696</c:v>
                </c:pt>
                <c:pt idx="193">
                  <c:v>1378</c:v>
                </c:pt>
                <c:pt idx="194">
                  <c:v>1617</c:v>
                </c:pt>
                <c:pt idx="195">
                  <c:v>1570</c:v>
                </c:pt>
                <c:pt idx="196">
                  <c:v>924</c:v>
                </c:pt>
                <c:pt idx="197">
                  <c:v>951</c:v>
                </c:pt>
                <c:pt idx="198">
                  <c:v>1359</c:v>
                </c:pt>
                <c:pt idx="199">
                  <c:v>1556</c:v>
                </c:pt>
                <c:pt idx="200">
                  <c:v>1440</c:v>
                </c:pt>
                <c:pt idx="201">
                  <c:v>1445</c:v>
                </c:pt>
                <c:pt idx="202">
                  <c:v>856</c:v>
                </c:pt>
                <c:pt idx="203">
                  <c:v>844</c:v>
                </c:pt>
                <c:pt idx="204">
                  <c:v>1339</c:v>
                </c:pt>
                <c:pt idx="205">
                  <c:v>1477</c:v>
                </c:pt>
                <c:pt idx="206">
                  <c:v>1355</c:v>
                </c:pt>
                <c:pt idx="207">
                  <c:v>1375</c:v>
                </c:pt>
                <c:pt idx="208">
                  <c:v>1282</c:v>
                </c:pt>
                <c:pt idx="209">
                  <c:v>890</c:v>
                </c:pt>
                <c:pt idx="210">
                  <c:v>780</c:v>
                </c:pt>
                <c:pt idx="211">
                  <c:v>1528</c:v>
                </c:pt>
                <c:pt idx="212">
                  <c:v>1284</c:v>
                </c:pt>
                <c:pt idx="213">
                  <c:v>1509</c:v>
                </c:pt>
                <c:pt idx="214">
                  <c:v>1547</c:v>
                </c:pt>
                <c:pt idx="215">
                  <c:v>1657</c:v>
                </c:pt>
                <c:pt idx="216">
                  <c:v>873</c:v>
                </c:pt>
                <c:pt idx="217">
                  <c:v>1789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03D-4A7F-B142-B16AC5B7F8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01413496"/>
        <c:axId val="1001412776"/>
      </c:lineChart>
      <c:catAx>
        <c:axId val="100141349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01412776"/>
        <c:crosses val="autoZero"/>
        <c:auto val="1"/>
        <c:lblAlgn val="ctr"/>
        <c:lblOffset val="100"/>
        <c:noMultiLvlLbl val="0"/>
      </c:catAx>
      <c:valAx>
        <c:axId val="1001412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014134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1EFC68-EE18-130C-F4D8-7346F8C9A4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E344BEA-A356-7AB5-8E54-1D11EE20E1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8E039-82B1-EF68-01D8-951430D11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F6B56-6EF1-4FB6-AA37-5D0F1ABE0E2F}" type="datetimeFigureOut">
              <a:rPr lang="zh-CN" altLang="en-US" smtClean="0"/>
              <a:t>2024/8/10 Saturday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B937F1-28A1-0A4E-5266-1055F7EA3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56DEB2-6830-A440-7305-586616580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5685B-CF64-4346-9194-E4AA675B5C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069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CFBD19-7D1D-BF3D-DED4-48CB0A5BF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DA435C-384C-C97B-82CB-BFE9CDB57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B25626-ACA8-2307-0378-7432CD1DA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F6B56-6EF1-4FB6-AA37-5D0F1ABE0E2F}" type="datetimeFigureOut">
              <a:rPr lang="zh-CN" altLang="en-US" smtClean="0"/>
              <a:t>2024/8/10 Saturday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311FEC-DD9E-C2B8-7426-7706B2A58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87D392-D590-7A37-B005-9FAEBF9B7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5685B-CF64-4346-9194-E4AA675B5C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2045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3B6BF1-8B2B-75D0-1B57-CE9F9A502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7A6166-79E8-8F01-5E85-9BF9CF8D4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7FEFC3-B255-FE99-A750-6159B64F0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F6B56-6EF1-4FB6-AA37-5D0F1ABE0E2F}" type="datetimeFigureOut">
              <a:rPr lang="zh-CN" altLang="en-US" smtClean="0"/>
              <a:t>2024/8/10 Saturday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602F3A-3A0F-7B9E-0DA9-6897946BF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79A184-A479-DEA6-48D0-6C5D2323A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5685B-CF64-4346-9194-E4AA675B5C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4280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00E686-4408-6D64-0577-874224E1D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6A946E-206D-7814-0ADA-E419995291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6FA6C6-8344-945E-325E-8BB5E8A540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53F368-A93A-8486-16A0-597459ADA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F6B56-6EF1-4FB6-AA37-5D0F1ABE0E2F}" type="datetimeFigureOut">
              <a:rPr lang="zh-CN" altLang="en-US" smtClean="0"/>
              <a:t>2024/8/10 Saturday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E7C01B-D0FC-413C-470B-21B6F23A4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148AB1-A10B-73D8-CF19-D792A39CC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5685B-CF64-4346-9194-E4AA675B5C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24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74C18B-DC4F-00E5-5E95-29B7BC2E3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44C079-F03F-C0E2-2E63-B976B9530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5EA38CE-CAA1-E906-DB77-DE534E1B6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4762074-71ED-A632-90A8-D03D5D86E2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18A9256-A346-BE4B-F512-F87846CA94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CA78A20-0C90-264E-2A5E-06306B7DE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F6B56-6EF1-4FB6-AA37-5D0F1ABE0E2F}" type="datetimeFigureOut">
              <a:rPr lang="zh-CN" altLang="en-US" smtClean="0"/>
              <a:t>2024/8/10 Saturday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1DAE65D-E9F8-6551-F866-37BC3467B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570AF0C-4D16-0F3D-5D0F-5BA214322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5685B-CF64-4346-9194-E4AA675B5C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5344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5351F1-F7A5-C3C1-5EE0-F85FD8764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53D9F79-31BD-AB12-400C-1D1D2FBA1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F6B56-6EF1-4FB6-AA37-5D0F1ABE0E2F}" type="datetimeFigureOut">
              <a:rPr lang="zh-CN" altLang="en-US" smtClean="0"/>
              <a:t>2024/8/10 Saturday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2442C2C-7E36-42D9-9A8E-E732E3D47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BE0A230-F169-EE5E-B6EF-DE3F58F85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5685B-CF64-4346-9194-E4AA675B5C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4522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99AC603-D587-CE65-CEB8-082D0CEE4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F6B56-6EF1-4FB6-AA37-5D0F1ABE0E2F}" type="datetimeFigureOut">
              <a:rPr lang="zh-CN" altLang="en-US" smtClean="0"/>
              <a:t>2024/8/10 Saturday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1B6348C-6606-DAAD-9B10-4FBCBE86B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FACDDB-01A3-CA14-CED9-70B4B8177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5685B-CF64-4346-9194-E4AA675B5C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4876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274FD3-F991-B442-367C-CED040D09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CDFD2F-F8B6-973A-4ED9-95F004EE6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39471F-A94E-9365-D40A-26C9C40DD0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C11CEB-76D9-9E03-18E5-7D13FF048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F6B56-6EF1-4FB6-AA37-5D0F1ABE0E2F}" type="datetimeFigureOut">
              <a:rPr lang="zh-CN" altLang="en-US" smtClean="0"/>
              <a:t>2024/8/10 Saturday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2FA1D3-036B-F590-0728-A249E55D8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301C841-830C-5A11-5E8D-733120DB1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5685B-CF64-4346-9194-E4AA675B5C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7830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8A0AC9-86C0-8CAA-8645-1077CE72A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05F9ABE-FA15-62C9-376B-5F87487A32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2E5BD22-EF36-A19E-4501-B4D554D9A7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CD7932-0706-C144-4452-246778AAD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F6B56-6EF1-4FB6-AA37-5D0F1ABE0E2F}" type="datetimeFigureOut">
              <a:rPr lang="zh-CN" altLang="en-US" smtClean="0"/>
              <a:t>2024/8/10 Saturday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1D7C36-8032-EFCE-6A96-23A41B87F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6F769A-CC00-62A6-1318-1AABD5D5B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5685B-CF64-4346-9194-E4AA675B5C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2853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4B67C2-7534-29BB-1686-B066C35E2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C5C8B1A-174D-BD55-73B6-FD654FCCC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052B72-294A-A6D7-6DC2-C604C3B70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F6B56-6EF1-4FB6-AA37-5D0F1ABE0E2F}" type="datetimeFigureOut">
              <a:rPr lang="zh-CN" altLang="en-US" smtClean="0"/>
              <a:t>2024/8/10 Saturday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F7CE88-6F78-9F20-B951-F326BC946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4A2EAF-DC88-F86C-9C39-9E44822A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5685B-CF64-4346-9194-E4AA675B5C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6136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142AECF-CEDC-A680-2CDD-4EEF71AF7C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E363C3-5463-8CAD-B5CE-E4E690556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237E22-143F-BDBB-960B-BB69AD91A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F6B56-6EF1-4FB6-AA37-5D0F1ABE0E2F}" type="datetimeFigureOut">
              <a:rPr lang="zh-CN" altLang="en-US" smtClean="0"/>
              <a:t>2024/8/10 Saturday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E7C51B-A765-0B02-BC8C-B48023454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819D11-767B-4D0D-320C-5247D0B34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5685B-CF64-4346-9194-E4AA675B5C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6214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1DEFEE3-BBEF-EEBE-F800-67AA8C412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72051D-6E0E-2351-D9DC-BB5679A8A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0F1693-35C8-79BB-82C8-4144DE4424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CF6B56-6EF1-4FB6-AA37-5D0F1ABE0E2F}" type="datetimeFigureOut">
              <a:rPr lang="zh-CN" altLang="en-US" smtClean="0"/>
              <a:t>2024/8/10 Saturday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A30411-9A24-CADE-B220-DA2846B65E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99B625-E5BE-1D9D-1501-034776A69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25685B-CF64-4346-9194-E4AA675B5C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1989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DA036909-D2D2-C282-7D17-7B4883A2F2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4744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08399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CE8C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jiujiang guo</dc:creator>
  <cp:lastModifiedBy>jiujiang guo</cp:lastModifiedBy>
  <cp:revision>1</cp:revision>
  <dcterms:created xsi:type="dcterms:W3CDTF">2024-08-10T10:09:20Z</dcterms:created>
  <dcterms:modified xsi:type="dcterms:W3CDTF">2024-08-10T10:12:19Z</dcterms:modified>
</cp:coreProperties>
</file>